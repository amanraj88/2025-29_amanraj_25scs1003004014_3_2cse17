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342900"/>
            <a:ext cx="1219181" cy="571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42900" y="1959508"/>
            <a:ext cx="6429375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300" b="1" dirty="0">
                <a:solidFill>
                  <a:srgbClr val="F8F6F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Cloud Computing Internship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342900" y="2748167"/>
            <a:ext cx="27146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STUDENT</a:t>
            </a:r>
            <a:endParaRPr lang="en-US" sz="750" dirty="0"/>
          </a:p>
        </p:txBody>
      </p:sp>
      <p:sp>
        <p:nvSpPr>
          <p:cNvPr id="6" name="Text 2"/>
          <p:cNvSpPr/>
          <p:nvPr/>
        </p:nvSpPr>
        <p:spPr>
          <a:xfrm>
            <a:off x="342900" y="2898186"/>
            <a:ext cx="271462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Aman Raj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342900" y="3137502"/>
            <a:ext cx="27146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 No: 25SCS1003004014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3343275" y="2748167"/>
            <a:ext cx="27146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ORGANIZATION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3343275" y="2898186"/>
            <a:ext cx="271462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Codec Technologies Pvt. Ltd.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42900" y="3723289"/>
            <a:ext cx="27146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PROGRAM &amp; BATCH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342900" y="3873308"/>
            <a:ext cx="271462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B.Tech CSE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342900" y="4112623"/>
            <a:ext cx="2714625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Batch: BTECH 2CSE17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3343275" y="3723289"/>
            <a:ext cx="2714625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DURATION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3343275" y="3873308"/>
            <a:ext cx="2714625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09/08/2026 – 09/09/2026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2900" y="4914900"/>
            <a:ext cx="1432322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IILM University, Greater Noida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8501063" y="4914900"/>
            <a:ext cx="30003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</a:t>
            </a:r>
            <a:endParaRPr lang="en-US" sz="750" dirty="0"/>
          </a:p>
        </p:txBody>
      </p:sp>
      <p:sp>
        <p:nvSpPr>
          <p:cNvPr id="17" name="TextBox 16"/>
          <p:cNvSpPr txBox="1"/>
          <p:nvPr/>
        </p:nvSpPr>
        <p:spPr>
          <a:xfrm>
            <a:off x="3343275" y="3145503"/>
            <a:ext cx="271462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F646C"/>
                </a:solidFill>
                <a:latin typeface="Aptos"/>
              </a:defRPr>
            </a:pPr>
            <a:r>
              <a:t>Role: Cloud Computing Intern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2900" y="342900"/>
            <a:ext cx="84582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42900" y="342900"/>
            <a:ext cx="28575" cy="300038"/>
          </a:xfrm>
          <a:prstGeom prst="rect">
            <a:avLst/>
          </a:prstGeom>
          <a:solidFill>
            <a:srgbClr val="D9381E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42900" y="342900"/>
            <a:ext cx="8458200" cy="300038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Internship Overview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2900" y="928688"/>
            <a:ext cx="48177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ORGANIZATION &amp; ROLE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342900" y="1135856"/>
            <a:ext cx="4817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a one-month </a:t>
            </a:r>
            <a:r>
              <a:rPr lang="en-US" sz="10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Cloud Computing Internship</a:t>
            </a: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</a:t>
            </a:r>
            <a:r>
              <a:rPr lang="en-US" sz="1000" b="1" dirty="0">
                <a:solidFill>
                  <a:srgbClr val="1E293B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Codec Technologies Pvt. Ltd.</a:t>
            </a: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 AICTE &amp; ICAC approved program.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42900" y="1821656"/>
            <a:ext cx="48177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INTERNSHIP NATURE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42900" y="2028825"/>
            <a:ext cx="4817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program focused on bridging the gap between theoretical cloud concepts and practical implementation through student-level projects.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42900" y="2714625"/>
            <a:ext cx="4817734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MAIN FOCUS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42900" y="2921794"/>
            <a:ext cx="48177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areas included cloud architecture, application deployment, source-code management, and cloud cost awareness.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589259" y="928688"/>
            <a:ext cx="3211841" cy="3871913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875009" y="1946672"/>
            <a:ext cx="264034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Duration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875009" y="2125266"/>
            <a:ext cx="264034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 Month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875009" y="2653903"/>
            <a:ext cx="264034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Period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875009" y="2832497"/>
            <a:ext cx="264034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Aug 09 – Sep 09, 2026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75009" y="3361134"/>
            <a:ext cx="264034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 Completed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875009" y="3539728"/>
            <a:ext cx="264034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02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42900" y="4914900"/>
            <a:ext cx="12537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Aman Raj | IILM University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8479631" y="4914900"/>
            <a:ext cx="3214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2900" y="342900"/>
            <a:ext cx="84582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42900" y="342900"/>
            <a:ext cx="28575" cy="300038"/>
          </a:xfrm>
          <a:prstGeom prst="rect">
            <a:avLst/>
          </a:prstGeom>
          <a:solidFill>
            <a:srgbClr val="D9381E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42900" y="342900"/>
            <a:ext cx="8458200" cy="300038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Internship Objectives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2900" y="1071563"/>
            <a:ext cx="4086225" cy="728663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14350" y="1243013"/>
            <a:ext cx="2714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D9381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57263" y="1243013"/>
            <a:ext cx="33004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basic concepts and practical uses of cloud computing.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714875" y="1071563"/>
            <a:ext cx="4086225" cy="728663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886325" y="1243013"/>
            <a:ext cx="2714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D9381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329238" y="1243013"/>
            <a:ext cx="33004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the structure and working of multi-tier web applications.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42900" y="2085975"/>
            <a:ext cx="4086225" cy="728663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14350" y="2257425"/>
            <a:ext cx="2714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D9381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57263" y="2257425"/>
            <a:ext cx="33004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the role of compute, storage, and database services.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14875" y="2085975"/>
            <a:ext cx="4086225" cy="728663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886325" y="2257425"/>
            <a:ext cx="2714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D9381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29238" y="2257425"/>
            <a:ext cx="33004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the purpose of CI/CD in modern application development.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342900" y="3100388"/>
            <a:ext cx="4086225" cy="728663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14350" y="3271838"/>
            <a:ext cx="2714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D9381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957263" y="3271838"/>
            <a:ext cx="33004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dashboard for viewing and managing cloud-cost information.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714875" y="3100388"/>
            <a:ext cx="4086225" cy="728663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86325" y="3271838"/>
            <a:ext cx="27146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D9381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329238" y="3271838"/>
            <a:ext cx="33004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basic ways to reduce unnecessary cloud expenditure.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42900" y="4914900"/>
            <a:ext cx="12537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Aman Raj | IILM University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8479631" y="4914900"/>
            <a:ext cx="3214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00025" y="200025"/>
            <a:ext cx="8743950" cy="204267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200025" y="200025"/>
            <a:ext cx="28575" cy="204267"/>
          </a:xfrm>
          <a:prstGeom prst="rect">
            <a:avLst/>
          </a:prstGeom>
          <a:solidFill>
            <a:srgbClr val="D9381E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00025" y="200025"/>
            <a:ext cx="8743950" cy="204267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1300" b="1" dirty="0">
                <a:solidFill>
                  <a:srgbClr val="0A192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Technologies &amp; Concepts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00025" y="547167"/>
            <a:ext cx="2089547" cy="998674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073" y="661467"/>
            <a:ext cx="17145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35831" y="975792"/>
            <a:ext cx="61793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HTML / CSS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314325" y="1190104"/>
            <a:ext cx="1860947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 structure and styling for web applications.</a:t>
            </a:r>
            <a:endParaRPr lang="en-US" sz="650" dirty="0"/>
          </a:p>
        </p:txBody>
      </p:sp>
      <p:sp>
        <p:nvSpPr>
          <p:cNvPr id="10" name="Shape 6"/>
          <p:cNvSpPr/>
          <p:nvPr/>
        </p:nvSpPr>
        <p:spPr>
          <a:xfrm>
            <a:off x="2418159" y="547167"/>
            <a:ext cx="2089547" cy="998674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2920" y="661467"/>
            <a:ext cx="200025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189684" y="975792"/>
            <a:ext cx="54649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JavaScript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2532459" y="1190104"/>
            <a:ext cx="1860947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Client-side logic and interactive dashboard functionality.</a:t>
            </a:r>
            <a:endParaRPr lang="en-US" sz="650" dirty="0"/>
          </a:p>
        </p:txBody>
      </p:sp>
      <p:sp>
        <p:nvSpPr>
          <p:cNvPr id="14" name="Shape 9"/>
          <p:cNvSpPr/>
          <p:nvPr/>
        </p:nvSpPr>
        <p:spPr>
          <a:xfrm>
            <a:off x="4636294" y="547167"/>
            <a:ext cx="2089547" cy="998674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1055" y="661467"/>
            <a:ext cx="200025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229225" y="975792"/>
            <a:ext cx="9036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Node.js / Express</a:t>
            </a:r>
            <a:endParaRPr lang="en-US" sz="750" dirty="0"/>
          </a:p>
        </p:txBody>
      </p:sp>
      <p:sp>
        <p:nvSpPr>
          <p:cNvPr id="17" name="Text 11"/>
          <p:cNvSpPr/>
          <p:nvPr/>
        </p:nvSpPr>
        <p:spPr>
          <a:xfrm>
            <a:off x="4750594" y="1190104"/>
            <a:ext cx="1860947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processing and API handling for multi-tier apps.</a:t>
            </a:r>
            <a:endParaRPr lang="en-US" sz="650" dirty="0"/>
          </a:p>
        </p:txBody>
      </p:sp>
      <p:sp>
        <p:nvSpPr>
          <p:cNvPr id="18" name="Shape 12"/>
          <p:cNvSpPr/>
          <p:nvPr/>
        </p:nvSpPr>
        <p:spPr>
          <a:xfrm>
            <a:off x="6854428" y="547167"/>
            <a:ext cx="2089547" cy="998674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189" y="661467"/>
            <a:ext cx="200025" cy="2286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15250" y="975792"/>
            <a:ext cx="367903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MySQL</a:t>
            </a:r>
            <a:endParaRPr lang="en-US" sz="750" dirty="0"/>
          </a:p>
        </p:txBody>
      </p:sp>
      <p:sp>
        <p:nvSpPr>
          <p:cNvPr id="21" name="Text 14"/>
          <p:cNvSpPr/>
          <p:nvPr/>
        </p:nvSpPr>
        <p:spPr>
          <a:xfrm>
            <a:off x="6968728" y="1190104"/>
            <a:ext cx="1860947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Relational database for application data storage.</a:t>
            </a:r>
            <a:endParaRPr lang="en-US" sz="650" dirty="0"/>
          </a:p>
        </p:txBody>
      </p:sp>
      <p:sp>
        <p:nvSpPr>
          <p:cNvPr id="22" name="Shape 15"/>
          <p:cNvSpPr/>
          <p:nvPr/>
        </p:nvSpPr>
        <p:spPr>
          <a:xfrm>
            <a:off x="200025" y="1674428"/>
            <a:ext cx="2089547" cy="998674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4070" y="1788728"/>
            <a:ext cx="221456" cy="2286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067991" y="2103053"/>
            <a:ext cx="3536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GitHub</a:t>
            </a:r>
            <a:endParaRPr lang="en-US" sz="750" dirty="0"/>
          </a:p>
        </p:txBody>
      </p:sp>
      <p:sp>
        <p:nvSpPr>
          <p:cNvPr id="25" name="Text 17"/>
          <p:cNvSpPr/>
          <p:nvPr/>
        </p:nvSpPr>
        <p:spPr>
          <a:xfrm>
            <a:off x="314325" y="2317366"/>
            <a:ext cx="1860947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Source-code hosting and version control management.</a:t>
            </a:r>
            <a:endParaRPr lang="en-US" sz="650" dirty="0"/>
          </a:p>
        </p:txBody>
      </p:sp>
      <p:sp>
        <p:nvSpPr>
          <p:cNvPr id="26" name="Shape 18"/>
          <p:cNvSpPr/>
          <p:nvPr/>
        </p:nvSpPr>
        <p:spPr>
          <a:xfrm>
            <a:off x="2418159" y="1674428"/>
            <a:ext cx="2089547" cy="998674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0058" y="1788728"/>
            <a:ext cx="285750" cy="2286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103959" y="2103053"/>
            <a:ext cx="717947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AWS Services</a:t>
            </a:r>
            <a:endParaRPr lang="en-US" sz="750" dirty="0"/>
          </a:p>
        </p:txBody>
      </p:sp>
      <p:sp>
        <p:nvSpPr>
          <p:cNvPr id="29" name="Text 20"/>
          <p:cNvSpPr/>
          <p:nvPr/>
        </p:nvSpPr>
        <p:spPr>
          <a:xfrm>
            <a:off x="2532459" y="2317366"/>
            <a:ext cx="1860947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architecture for compute, storage, and DB.</a:t>
            </a:r>
            <a:endParaRPr lang="en-US" sz="650" dirty="0"/>
          </a:p>
        </p:txBody>
      </p:sp>
      <p:sp>
        <p:nvSpPr>
          <p:cNvPr id="30" name="Shape 21"/>
          <p:cNvSpPr/>
          <p:nvPr/>
        </p:nvSpPr>
        <p:spPr>
          <a:xfrm>
            <a:off x="4636294" y="1674428"/>
            <a:ext cx="2089547" cy="998674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66767" y="1788728"/>
            <a:ext cx="228600" cy="2286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5332809" y="2103053"/>
            <a:ext cx="696516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Cost Explorer</a:t>
            </a:r>
            <a:endParaRPr lang="en-US" sz="750" dirty="0"/>
          </a:p>
        </p:txBody>
      </p:sp>
      <p:sp>
        <p:nvSpPr>
          <p:cNvPr id="33" name="Text 23"/>
          <p:cNvSpPr/>
          <p:nvPr/>
        </p:nvSpPr>
        <p:spPr>
          <a:xfrm>
            <a:off x="4750594" y="2317366"/>
            <a:ext cx="1860947" cy="241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for cloud cost data and optimization.</a:t>
            </a:r>
            <a:endParaRPr lang="en-US" sz="650" dirty="0"/>
          </a:p>
        </p:txBody>
      </p:sp>
      <p:sp>
        <p:nvSpPr>
          <p:cNvPr id="34" name="Shape 24"/>
          <p:cNvSpPr/>
          <p:nvPr/>
        </p:nvSpPr>
        <p:spPr>
          <a:xfrm>
            <a:off x="200025" y="4718447"/>
            <a:ext cx="1207294" cy="225028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p/>
        </p:txBody>
      </p:sp>
      <p:sp>
        <p:nvSpPr>
          <p:cNvPr id="35" name="Text 25"/>
          <p:cNvSpPr/>
          <p:nvPr/>
        </p:nvSpPr>
        <p:spPr>
          <a:xfrm>
            <a:off x="200025" y="4718447"/>
            <a:ext cx="1207294" cy="225028"/>
          </a:xfrm>
          <a:prstGeom prst="rect">
            <a:avLst/>
          </a:prstGeom>
          <a:noFill/>
          <a:ln/>
        </p:spPr>
        <p:txBody>
          <a:bodyPr wrap="none" lIns="119126" tIns="68072" rIns="119126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8F6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Multi-Tier Architecture</a:t>
            </a:r>
            <a:endParaRPr lang="en-US" sz="650" dirty="0"/>
          </a:p>
        </p:txBody>
      </p:sp>
      <p:sp>
        <p:nvSpPr>
          <p:cNvPr id="36" name="Shape 26"/>
          <p:cNvSpPr/>
          <p:nvPr/>
        </p:nvSpPr>
        <p:spPr>
          <a:xfrm>
            <a:off x="1493044" y="4718447"/>
            <a:ext cx="917972" cy="225028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p/>
        </p:txBody>
      </p:sp>
      <p:sp>
        <p:nvSpPr>
          <p:cNvPr id="37" name="Text 27"/>
          <p:cNvSpPr/>
          <p:nvPr/>
        </p:nvSpPr>
        <p:spPr>
          <a:xfrm>
            <a:off x="1493044" y="4718447"/>
            <a:ext cx="917972" cy="225028"/>
          </a:xfrm>
          <a:prstGeom prst="rect">
            <a:avLst/>
          </a:prstGeom>
          <a:noFill/>
          <a:ln/>
        </p:spPr>
        <p:txBody>
          <a:bodyPr wrap="none" lIns="119126" tIns="68072" rIns="119126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8F6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CI/CD Concepts</a:t>
            </a:r>
            <a:endParaRPr lang="en-US" sz="650" dirty="0"/>
          </a:p>
        </p:txBody>
      </p:sp>
      <p:sp>
        <p:nvSpPr>
          <p:cNvPr id="38" name="Shape 28"/>
          <p:cNvSpPr/>
          <p:nvPr/>
        </p:nvSpPr>
        <p:spPr>
          <a:xfrm>
            <a:off x="2496741" y="4718447"/>
            <a:ext cx="1003697" cy="225028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p/>
        </p:txBody>
      </p:sp>
      <p:sp>
        <p:nvSpPr>
          <p:cNvPr id="39" name="Text 29"/>
          <p:cNvSpPr/>
          <p:nvPr/>
        </p:nvSpPr>
        <p:spPr>
          <a:xfrm>
            <a:off x="2496741" y="4718447"/>
            <a:ext cx="1003697" cy="225028"/>
          </a:xfrm>
          <a:prstGeom prst="rect">
            <a:avLst/>
          </a:prstGeom>
          <a:noFill/>
          <a:ln/>
        </p:spPr>
        <p:txBody>
          <a:bodyPr wrap="none" lIns="119126" tIns="68072" rIns="119126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8F6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Cost Optimization</a:t>
            </a:r>
            <a:endParaRPr lang="en-US" sz="650" dirty="0"/>
          </a:p>
        </p:txBody>
      </p:sp>
      <p:sp>
        <p:nvSpPr>
          <p:cNvPr id="40" name="Shape 30"/>
          <p:cNvSpPr/>
          <p:nvPr/>
        </p:nvSpPr>
        <p:spPr>
          <a:xfrm>
            <a:off x="3586163" y="4718447"/>
            <a:ext cx="1100138" cy="225028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p/>
        </p:txBody>
      </p:sp>
      <p:sp>
        <p:nvSpPr>
          <p:cNvPr id="41" name="Text 31"/>
          <p:cNvSpPr/>
          <p:nvPr/>
        </p:nvSpPr>
        <p:spPr>
          <a:xfrm>
            <a:off x="3586163" y="4718447"/>
            <a:ext cx="1100138" cy="225028"/>
          </a:xfrm>
          <a:prstGeom prst="rect">
            <a:avLst/>
          </a:prstGeom>
          <a:noFill/>
          <a:ln/>
        </p:spPr>
        <p:txBody>
          <a:bodyPr wrap="none" lIns="119126" tIns="68072" rIns="119126" bIns="68072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F8F6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Cloud Infrastructure</a:t>
            </a:r>
            <a:endParaRPr lang="en-US" sz="650" dirty="0"/>
          </a:p>
        </p:txBody>
      </p:sp>
      <p:sp>
        <p:nvSpPr>
          <p:cNvPr id="42" name="Text 32"/>
          <p:cNvSpPr/>
          <p:nvPr/>
        </p:nvSpPr>
        <p:spPr>
          <a:xfrm>
            <a:off x="200025" y="4989909"/>
            <a:ext cx="1150144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Aman Raj | IILM University</a:t>
            </a:r>
            <a:endParaRPr lang="en-US" sz="650" dirty="0"/>
          </a:p>
        </p:txBody>
      </p:sp>
      <p:sp>
        <p:nvSpPr>
          <p:cNvPr id="43" name="Text 33"/>
          <p:cNvSpPr/>
          <p:nvPr/>
        </p:nvSpPr>
        <p:spPr>
          <a:xfrm>
            <a:off x="8643938" y="4989909"/>
            <a:ext cx="300038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2900" y="342900"/>
            <a:ext cx="84582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42900" y="342900"/>
            <a:ext cx="28575" cy="300038"/>
          </a:xfrm>
          <a:prstGeom prst="rect">
            <a:avLst/>
          </a:prstGeom>
          <a:solidFill>
            <a:srgbClr val="D9381E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42900" y="342900"/>
            <a:ext cx="8458200" cy="300038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Projects Completed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2900" y="928688"/>
            <a:ext cx="4057650" cy="3871913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71500" y="1157288"/>
            <a:ext cx="3600450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1. Multi-Tier Web Application with CI/CD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71500" y="1475184"/>
            <a:ext cx="3600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task-management application demonstrating a three-layer architecture and version control practices.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571500" y="1989534"/>
            <a:ext cx="3600450" cy="2278856"/>
          </a:xfrm>
          <a:prstGeom prst="rect">
            <a:avLst/>
          </a:prstGeom>
          <a:solidFill>
            <a:srgbClr val="F8F6F0"/>
          </a:solidFill>
          <a:ln w="9144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112639" y="2898577"/>
            <a:ext cx="657225" cy="235744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112639" y="2898577"/>
            <a:ext cx="657225" cy="235744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8F6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Frontend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1855589" y="2955727"/>
            <a:ext cx="1000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→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2041327" y="2898577"/>
            <a:ext cx="639366" cy="235744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2041327" y="2898577"/>
            <a:ext cx="639366" cy="235744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8F6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Backend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2766417" y="2955727"/>
            <a:ext cx="1000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→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2952155" y="2898577"/>
            <a:ext cx="678656" cy="235744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2952155" y="2898577"/>
            <a:ext cx="678656" cy="235744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8F6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Database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1827014" y="3248620"/>
            <a:ext cx="108942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/ CI/CD Workflow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571500" y="4411266"/>
            <a:ext cx="700088" cy="16073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71500" y="4411266"/>
            <a:ext cx="700088" cy="16073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HTML/CSS/JS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1328738" y="4411266"/>
            <a:ext cx="425053" cy="16073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328738" y="4411266"/>
            <a:ext cx="425053" cy="16073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</a:t>
            </a:r>
            <a:endParaRPr lang="en-US" sz="600" dirty="0"/>
          </a:p>
        </p:txBody>
      </p:sp>
      <p:sp>
        <p:nvSpPr>
          <p:cNvPr id="23" name="Shape 20"/>
          <p:cNvSpPr/>
          <p:nvPr/>
        </p:nvSpPr>
        <p:spPr>
          <a:xfrm>
            <a:off x="1810941" y="4411266"/>
            <a:ext cx="407194" cy="16073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810941" y="4411266"/>
            <a:ext cx="407194" cy="16073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</a:t>
            </a:r>
            <a:endParaRPr lang="en-US" sz="600" dirty="0"/>
          </a:p>
        </p:txBody>
      </p:sp>
      <p:sp>
        <p:nvSpPr>
          <p:cNvPr id="25" name="Shape 22"/>
          <p:cNvSpPr/>
          <p:nvPr/>
        </p:nvSpPr>
        <p:spPr>
          <a:xfrm>
            <a:off x="2275284" y="4411266"/>
            <a:ext cx="396478" cy="16073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2275284" y="4411266"/>
            <a:ext cx="396478" cy="16073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</a:t>
            </a:r>
            <a:endParaRPr lang="en-US" sz="600" dirty="0"/>
          </a:p>
        </p:txBody>
      </p:sp>
      <p:sp>
        <p:nvSpPr>
          <p:cNvPr id="27" name="Shape 24"/>
          <p:cNvSpPr/>
          <p:nvPr/>
        </p:nvSpPr>
        <p:spPr>
          <a:xfrm>
            <a:off x="4743450" y="928688"/>
            <a:ext cx="4057650" cy="3871913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4972050" y="1157288"/>
            <a:ext cx="3600450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192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2. Cloud Cost Optimization Dashboard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972050" y="1475184"/>
            <a:ext cx="3600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dashboard for visualizing service-wise cloud expenditure and providing optimization suggestions.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4972050" y="1989534"/>
            <a:ext cx="3600450" cy="2278856"/>
          </a:xfrm>
          <a:prstGeom prst="rect">
            <a:avLst/>
          </a:prstGeom>
          <a:solidFill>
            <a:srgbClr val="F8F6F0"/>
          </a:solidFill>
          <a:ln w="9144">
            <a:solidFill>
              <a:srgbClr val="CBD5E1"/>
            </a:solidFill>
            <a:prstDash val="solid"/>
          </a:ln>
        </p:spPr>
        <p:txBody>
          <a:bodyPr/>
          <a:p/>
        </p:txBody>
      </p:sp>
      <p:sp>
        <p:nvSpPr>
          <p:cNvPr id="31" name="Shape 28"/>
          <p:cNvSpPr/>
          <p:nvPr/>
        </p:nvSpPr>
        <p:spPr>
          <a:xfrm>
            <a:off x="5359598" y="2916436"/>
            <a:ext cx="700088" cy="235744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5359598" y="2916436"/>
            <a:ext cx="700088" cy="235744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8F6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Cost Data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6145411" y="2973586"/>
            <a:ext cx="1000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→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6331148" y="2916436"/>
            <a:ext cx="746522" cy="235744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6331148" y="2916436"/>
            <a:ext cx="746522" cy="235744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8F6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Dashboard</a:t>
            </a:r>
            <a:endParaRPr lang="en-US" sz="750" dirty="0"/>
          </a:p>
        </p:txBody>
      </p:sp>
      <p:sp>
        <p:nvSpPr>
          <p:cNvPr id="36" name="Text 33"/>
          <p:cNvSpPr/>
          <p:nvPr/>
        </p:nvSpPr>
        <p:spPr>
          <a:xfrm>
            <a:off x="7163395" y="2973586"/>
            <a:ext cx="10001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→</a:t>
            </a:r>
            <a:endParaRPr lang="en-US" sz="700" dirty="0"/>
          </a:p>
        </p:txBody>
      </p:sp>
      <p:sp>
        <p:nvSpPr>
          <p:cNvPr id="37" name="Shape 34"/>
          <p:cNvSpPr/>
          <p:nvPr/>
        </p:nvSpPr>
        <p:spPr>
          <a:xfrm>
            <a:off x="7349133" y="2916436"/>
            <a:ext cx="835819" cy="235744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349133" y="2916436"/>
            <a:ext cx="835819" cy="235744"/>
          </a:xfrm>
          <a:prstGeom prst="rect">
            <a:avLst/>
          </a:prstGeom>
          <a:noFill/>
          <a:ln/>
        </p:spPr>
        <p:txBody>
          <a:bodyPr wrap="none" lIns="136017" tIns="68072" rIns="136017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8F6F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Optimization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6104334" y="3237905"/>
            <a:ext cx="1335881" cy="103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i="1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Note: Uses Sample Monthly Data</a:t>
            </a:r>
            <a:endParaRPr lang="en-US" sz="600" dirty="0"/>
          </a:p>
        </p:txBody>
      </p:sp>
      <p:sp>
        <p:nvSpPr>
          <p:cNvPr id="40" name="Shape 37"/>
          <p:cNvSpPr/>
          <p:nvPr/>
        </p:nvSpPr>
        <p:spPr>
          <a:xfrm>
            <a:off x="4972050" y="4411266"/>
            <a:ext cx="542925" cy="16073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4972050" y="4411266"/>
            <a:ext cx="542925" cy="16073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</a:t>
            </a:r>
            <a:endParaRPr lang="en-US" sz="600" dirty="0"/>
          </a:p>
        </p:txBody>
      </p:sp>
      <p:sp>
        <p:nvSpPr>
          <p:cNvPr id="42" name="Shape 39"/>
          <p:cNvSpPr/>
          <p:nvPr/>
        </p:nvSpPr>
        <p:spPr>
          <a:xfrm>
            <a:off x="5572125" y="4411266"/>
            <a:ext cx="832247" cy="16073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5572125" y="4411266"/>
            <a:ext cx="832247" cy="16073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Visualization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6461522" y="4411266"/>
            <a:ext cx="775097" cy="160734"/>
          </a:xfrm>
          <a:prstGeom prst="rect">
            <a:avLst/>
          </a:prstGeom>
          <a:solidFill>
            <a:srgbClr val="CBD5E1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6461522" y="4411266"/>
            <a:ext cx="775097" cy="160734"/>
          </a:xfrm>
          <a:prstGeom prst="rect">
            <a:avLst/>
          </a:prstGeom>
          <a:noFill/>
          <a:ln/>
        </p:spPr>
        <p:txBody>
          <a:bodyPr wrap="none" lIns="68072" tIns="34036" rIns="68072" bIns="34036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0A19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Awareness</a:t>
            </a:r>
            <a:endParaRPr lang="en-US" sz="600" dirty="0"/>
          </a:p>
        </p:txBody>
      </p:sp>
      <p:sp>
        <p:nvSpPr>
          <p:cNvPr id="46" name="Text 43"/>
          <p:cNvSpPr/>
          <p:nvPr/>
        </p:nvSpPr>
        <p:spPr>
          <a:xfrm>
            <a:off x="342900" y="4914900"/>
            <a:ext cx="12537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Aman Raj | IILM University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8479631" y="4914900"/>
            <a:ext cx="3214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2900" y="342900"/>
            <a:ext cx="8458200" cy="30003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342900" y="342900"/>
            <a:ext cx="28575" cy="300038"/>
          </a:xfrm>
          <a:prstGeom prst="rect">
            <a:avLst/>
          </a:prstGeom>
          <a:solidFill>
            <a:srgbClr val="D9381E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342900" y="342900"/>
            <a:ext cx="8458200" cy="300038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A192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Learning Outcomes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42900" y="1071563"/>
            <a:ext cx="2705081" cy="1750219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342900" y="1071563"/>
            <a:ext cx="2705081" cy="28575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14350" y="1243013"/>
            <a:ext cx="236218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Cloud Fundamentals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14350" y="1485900"/>
            <a:ext cx="2362181" cy="321469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of compute, storage, and database services.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4350" y="1864519"/>
            <a:ext cx="2362181" cy="321469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understanding of CDN and networking concepts.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14350" y="2243138"/>
            <a:ext cx="2362181" cy="321469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Awareness of cloud cost management and optimization.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219431" y="1071563"/>
            <a:ext cx="2705081" cy="1750219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3219431" y="1071563"/>
            <a:ext cx="2705081" cy="28575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14350" y="1485900"/>
            <a:ext cx="57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•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14350" y="1864519"/>
            <a:ext cx="57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•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14350" y="2243138"/>
            <a:ext cx="57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•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3390881" y="1243013"/>
            <a:ext cx="236218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Architecture &amp; Dev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390881" y="1485900"/>
            <a:ext cx="2362181" cy="321469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Practical knowledge of multi-tier application structure.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390881" y="1864519"/>
            <a:ext cx="2362181" cy="321469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Experience in backend API handling with Node.js.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3390881" y="2243138"/>
            <a:ext cx="2362181" cy="321469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the role of CI/CD in development.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095963" y="1071563"/>
            <a:ext cx="2705081" cy="1721644"/>
          </a:xfrm>
          <a:prstGeom prst="rect">
            <a:avLst/>
          </a:prstGeom>
          <a:solidFill>
            <a:srgbClr val="EBE8E0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6095963" y="1071563"/>
            <a:ext cx="2705081" cy="28575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390881" y="1485900"/>
            <a:ext cx="57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•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3390881" y="1864519"/>
            <a:ext cx="57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•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390881" y="2243138"/>
            <a:ext cx="57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•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267413" y="1243013"/>
            <a:ext cx="2362181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A192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Professional Skills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6267413" y="1485900"/>
            <a:ext cx="2362181" cy="160734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Source-code management using GitHub.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267413" y="1703784"/>
            <a:ext cx="2362181" cy="321469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project documentation and reporting.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267413" y="2082403"/>
            <a:ext cx="2362181" cy="321469"/>
          </a:xfrm>
          <a:prstGeom prst="rect">
            <a:avLst/>
          </a:prstGeom>
          <a:noFill/>
          <a:ln/>
        </p:spPr>
        <p:txBody>
          <a:bodyPr wrap="squar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Ability to present technical data through dashboards.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267413" y="1485900"/>
            <a:ext cx="57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•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267413" y="1703784"/>
            <a:ext cx="57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•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6267413" y="2082403"/>
            <a:ext cx="571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b="1" dirty="0">
                <a:solidFill>
                  <a:srgbClr val="D9381E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•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342900" y="4914900"/>
            <a:ext cx="12537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Aman Raj | IILM University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8479631" y="4914900"/>
            <a:ext cx="32146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98677" y="1125141"/>
            <a:ext cx="174664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450" b="1" dirty="0">
                <a:solidFill>
                  <a:srgbClr val="F8F6F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Conclusion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1714500" y="1796653"/>
            <a:ext cx="5715000" cy="1371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BE8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internship provided an opportunity to apply cloud computing fundamentals through practical project work. It helped me build a basic understanding of multi-tier architecture, CI/CD concepts, and cloud cost awareness.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3466505" y="3739697"/>
            <a:ext cx="2210991" cy="592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8F6F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Thank You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342900" y="4914900"/>
            <a:ext cx="12537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Aman Raj | IILM University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8483203" y="4914900"/>
            <a:ext cx="317897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8F6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7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2026-09-10T10:10:28Z</dcterms:created>
  <dcterms:modified xsi:type="dcterms:W3CDTF">2026-09-10T10:10:28Z</dcterms:modified>
</cp:coreProperties>
</file>